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70432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0432" y="0"/>
            <a:ext cx="91440" cy="514350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pic>
        <p:nvPicPr>
          <p:cNvPr id="4" name="Image 0" descr="C:\Users\AICore\Documents\llm_wiki_computing\ppt_assets\hero-netwo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0680" y="566928"/>
            <a:ext cx="278892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27632" y="658368"/>
            <a:ext cx="1170432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92224" y="72237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REPORT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627632" y="1225296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LLM-Wiki：把分散资料编译成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可持续演进的知识资产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627632" y="2286000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Karpathy 的方法论为起点，结合开源实现与 3GPP SA2 Computing 实践，说明这套模式为什么成立、如何落地、以及为何在标准研究场景中表现突出。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27632" y="3090672"/>
            <a:ext cx="143103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00784" y="3145536"/>
            <a:ext cx="12847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Karpathy Method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3168396" y="3090672"/>
            <a:ext cx="1886407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1548" y="3145536"/>
            <a:ext cx="17401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Compilation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5164531" y="3090672"/>
            <a:ext cx="975665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7683" y="3145536"/>
            <a:ext cx="8293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Case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1627632" y="388620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主色：#C00000 | 浅底红黑版式 | 公司级内部汇报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27632" y="44256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78992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THEORY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Karpathy 的批评直指一个根问题：知识在回答中短暂出现，却没有沉淀为组织记忆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865376"/>
            <a:ext cx="2816352" cy="2322576"/>
          </a:xfrm>
          <a:prstGeom prst="rect">
            <a:avLst/>
          </a:prstGeom>
          <a:solidFill>
            <a:srgbClr val="F4E6E6"/>
          </a:solidFill>
          <a:ln w="12700">
            <a:solidFill>
              <a:srgbClr val="E9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84832"/>
            <a:ext cx="22128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多数“读文档再回答”的 LLM 系统，本质仍停留在 query-time rediscovery。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896112" y="36576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资料被读取过，但没有被整理成可以复用、可以校正、可以累积的中间知识层。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3712464" y="1865376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12464" y="1865376"/>
            <a:ext cx="228600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77056" y="206654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每次提问都要重新找答案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3877056" y="24140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系统重复检索、拼接与组织，跨文档综合成本在每次查询时重新支付。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6144768" y="1865376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865376"/>
            <a:ext cx="2286000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06654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分歧与版本变化难以留存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309360" y="24140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冲突常在回答时被临时平滑，难以形成可追踪、可讨论的知识演进记录。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712464" y="3127248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3127248"/>
            <a:ext cx="2286000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7056" y="332841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高价值分析留在对话里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3877056" y="367588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一次好的分析如果不回写知识库，就不会成为下一次研究的起点。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6144768" y="3127248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3127248"/>
            <a:ext cx="228600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32841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长期研究被迫反复起步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309360" y="367588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问题越复杂、周期越长，纯检索范式越容易在关键处重复劳动。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658368" y="43891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这不是在否定 RAG，而是在指出：当目标是长期研究时，仅靠 query-time 组合无法形成可持续复利。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78992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THEORY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Karpathy 的核心类比不是“百科”，而是“编译”：先把原始资料编译成可运行的知识中间层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3794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10512"/>
            <a:ext cx="3794760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软件工程中的编译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code 不会在每次运行时被重新解释；它会先被编译成可高效复用的执行产物。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877824" y="2331720"/>
            <a:ext cx="1042416" cy="292608"/>
          </a:xfrm>
          <a:prstGeom prst="rect">
            <a:avLst/>
          </a:prstGeom>
          <a:solidFill>
            <a:srgbClr val="F7F4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2576" y="2331720"/>
            <a:ext cx="1042416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331720"/>
            <a:ext cx="658368" cy="29260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414016"/>
            <a:ext cx="1042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22576" y="2414016"/>
            <a:ext cx="1042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Once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67328" y="2414016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163824"/>
            <a:ext cx="3794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163824"/>
            <a:ext cx="379476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64992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Wiki 中的知识编译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22960" y="3712464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sources 不直接作为每次回答的主要工作面，而是先被 LLM 编译为持续维护的 wiki。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877824" y="3685032"/>
            <a:ext cx="1042416" cy="292608"/>
          </a:xfrm>
          <a:prstGeom prst="rect">
            <a:avLst/>
          </a:prstGeom>
          <a:solidFill>
            <a:srgbClr val="F7F4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984" y="3685032"/>
            <a:ext cx="1298448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94176" y="3685032"/>
            <a:ext cx="731520" cy="29260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767328"/>
            <a:ext cx="1042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Sources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157984" y="376732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Compiles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694176" y="37673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736592" y="1810512"/>
            <a:ext cx="3703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1810512"/>
            <a:ext cx="370332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201168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结果一：把查询成本前移到 ingest 阶段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4901184" y="2359152"/>
            <a:ext cx="3374136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综合、链接、冲突标注在平时完成；查询时读取的是已经被整理过的知识对象。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4736592" y="2724912"/>
            <a:ext cx="3703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724912"/>
            <a:ext cx="3703320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92608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结果二：wiki 成为 persistent, compounding artifact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4901184" y="3273552"/>
            <a:ext cx="3374136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它不是一次性回答，而是会持续增厚、持续修正、持续复用的知识制品。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4736592" y="3639312"/>
            <a:ext cx="3703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3639312"/>
            <a:ext cx="370332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84048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结果三：好的 query 会继续反写回 wiki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4901184" y="4187952"/>
            <a:ext cx="3374136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问答不再是知识生产的终点，而是知识库继续变厚、继续变好的入口。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78992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THEORY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这套方法真正成立，不只因为模型能读文档，而是因为它同时给出结构、分工与治理机制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657600" cy="2505456"/>
          </a:xfrm>
          <a:prstGeom prst="rect">
            <a:avLst/>
          </a:prstGeom>
          <a:solidFill>
            <a:srgbClr val="F7F4F3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93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三层结构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77824" y="2212848"/>
            <a:ext cx="3200400" cy="347472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67712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Sources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2011680" y="2267712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原始资料层，保持只读，是唯一事实来源。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77824" y="2743200"/>
            <a:ext cx="320040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9806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Wiki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2011680" y="2798064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知识层，存放来源摘要、概念页、实体页与综合页。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77824" y="3273552"/>
            <a:ext cx="3200400" cy="347472"/>
          </a:xfrm>
          <a:prstGeom prst="rect">
            <a:avLst/>
          </a:prstGeom>
          <a:solidFill>
            <a:srgbClr val="F4E6E6"/>
          </a:solidFill>
          <a:ln w="12700">
            <a:solidFill>
              <a:srgbClr val="F4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28416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2011680" y="3328416"/>
            <a:ext cx="188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规则层，定义页面格式、更新流程与冲突处理原则。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7824" y="35478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三类操作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77824" y="3803904"/>
            <a:ext cx="841248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87705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56816" y="3803904"/>
            <a:ext cx="841248" cy="27432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387705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35808" y="3803904"/>
            <a:ext cx="841248" cy="274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387705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90288" y="1847088"/>
            <a:ext cx="181051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0288" y="1847088"/>
            <a:ext cx="1810512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0482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754880" y="2395728"/>
            <a:ext cx="148132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选择研究主题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筛选与补充资料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判断重点与边界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决定如何处理分歧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提出高价值问题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6565392" y="1847088"/>
            <a:ext cx="1865376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65392" y="1847088"/>
            <a:ext cx="1865376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20482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6729984" y="2395728"/>
            <a:ext cx="15361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总结与抽取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 cross-links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增量更新页面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记录变更与日志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持续执行 bookkeeping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4590288" y="43891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结论：LLM Wiki 的价值，不是把“想法”自动化，而是把知识库维护工程化。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8308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IMPLEMENTATION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当前项目已经把这套方法落成可执行仓库：schema、skills、markdown 与治理文件全部落位</a:t>
            </a:r>
            <a:endParaRPr lang="en-US" sz="1940" dirty="0"/>
          </a:p>
        </p:txBody>
      </p:sp>
      <p:pic>
        <p:nvPicPr>
          <p:cNvPr id="5" name="Image 0" descr="C:\Users\AICore\Documents\llm_wiki_computing\ppt_assets\compile-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938528"/>
            <a:ext cx="407822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92624" y="1993392"/>
            <a:ext cx="34381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92624" y="1993392"/>
            <a:ext cx="3438144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57216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`llm-wiki.md`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5157216" y="2542032"/>
            <a:ext cx="31089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Karpathy 的 idea file，负责定义方法论原点，而不是提供某个固定产品。</a:t>
            </a:r>
            <a:endParaRPr lang="en-US" sz="1010" dirty="0"/>
          </a:p>
        </p:txBody>
      </p:sp>
      <p:sp>
        <p:nvSpPr>
          <p:cNvPr id="10" name="Shape 7"/>
          <p:cNvSpPr/>
          <p:nvPr/>
        </p:nvSpPr>
        <p:spPr>
          <a:xfrm>
            <a:off x="4992624" y="2798064"/>
            <a:ext cx="34381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92624" y="2798064"/>
            <a:ext cx="3438144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57216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`ANTIGRAVITY.md`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157216" y="3346704"/>
            <a:ext cx="31089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它把理论写成 schema：raw 只读、wiki 可写、冲突必须显式处理、index/log 必须同步维护。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4992624" y="3602736"/>
            <a:ext cx="34381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92624" y="3602736"/>
            <a:ext cx="3438144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57216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`.claude/skills/*`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157216" y="4151376"/>
            <a:ext cx="310896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 ingest / query / lint 三类动作固化为可重复执行的工作流，而非临时对话习惯。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658368" y="4407408"/>
            <a:ext cx="7772400" cy="21945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" y="4453128"/>
            <a:ext cx="7260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真正的知识对象是 markdown 页面；真正的治理骨架是 index.md、log.md 与 Git；真正的执行界面是 skill 化 workflow。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8308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IMPLEMENTATION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Ingest 的本质不是“导入文件”，而是把新资料从可读取状态，转成可复用、可链接、可演进的知识对象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411480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10512"/>
            <a:ext cx="411480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Ingest 工作流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78561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896112" y="2194560"/>
            <a:ext cx="256032" cy="21945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58568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298448" y="2185416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 raw inbox，明确忽略 `raw/09-archive/`。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" y="2578608"/>
            <a:ext cx="256032" cy="21945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42616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298448" y="2569464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读取来源材料，提炼核心主旨、实体与概念。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2962656"/>
            <a:ext cx="256032" cy="21945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26664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298448" y="295351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`wiki/sources/` 写来源摘要页。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3346704"/>
            <a:ext cx="256032" cy="21945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41071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298448" y="3337560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增量更新 `wiki/entities/` 与 `wiki/concepts/`。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" y="3730752"/>
            <a:ext cx="256032" cy="21945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94760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1298448" y="3721608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同步维护 `wiki/index.md`、`wiki/log.md`，然后归档原文。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47488" y="1810512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47488" y="1810512"/>
            <a:ext cx="3383280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01168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实现亮点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212080" y="23591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`.claude/skills/ingest/SKILL.md` 已经把 inbox/archive 机制、页面模板、索引维护和归档动作明确下来。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5047488" y="3090672"/>
            <a:ext cx="33832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47488" y="3090672"/>
            <a:ext cx="338328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29184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5212080" y="363931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raw 是事实层，不允许修改。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发现新旧知识冲突时，不能静默覆盖。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每次 ingest 都必须同步维护 index 和 log。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每个页面都必须留出“关联连接”区块，避免知识孤岛。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8308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IMPLEMENTATION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的关键不是“回答得像不像”，而是“是否先读知识库、再组织答案，并把高价值输出继续沉淀回去”</a:t>
            </a:r>
            <a:endParaRPr lang="en-US" sz="194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374904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10512"/>
            <a:ext cx="374904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工作流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4198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896112" y="2221992"/>
            <a:ext cx="9144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1762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第一步永远先读 `wiki/index.md`，定位相关页面。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2606040"/>
            <a:ext cx="91440" cy="9144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6032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再深读 Sources / Entities / Concepts / Syntheses。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" y="2990088"/>
            <a:ext cx="9144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94436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回答时显式引用 wiki 页面，而不是凭模型记忆即兴作答。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3374136"/>
            <a:ext cx="91440" cy="9144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32841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如果答案有分析价值，则写入 `wiki/syntheses/`。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" y="3758184"/>
            <a:ext cx="9144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37124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无论是否沉淀 synthesis，都要补写 `wiki/log.md`。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0016" y="1810512"/>
            <a:ext cx="373075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810512"/>
            <a:ext cx="3730752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0116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实现亮点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864608" y="23591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`.claude/skills/query/SKILL.md` 已经把“先读 index，再读目标页，再决定是否沉淀 synthesis”的路径固定下来。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4700016" y="3090672"/>
            <a:ext cx="37307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3090672"/>
            <a:ext cx="3730752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2918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为什么这很重要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864608" y="3639312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query 仍然直接回到 raw sources，知识就不会真正复利。只有把高价值答案回填为 synthesis，知识库才会越问越厚、越问越有组织。硬约束是：禁止凭模型记忆作答，必须先对已有 wiki 负责。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8308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IMPLEMENTATION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 把知识库维护从“凭经验找问题”，升级为“可周期执行、可汇总、可审计”的治理动作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865376"/>
            <a:ext cx="3895344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65376"/>
            <a:ext cx="3895344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66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 聚焦四类问题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3566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877824" y="2432304"/>
            <a:ext cx="157276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2432304"/>
            <a:ext cx="1572768" cy="128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索引一致性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24128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页面存在但未注册，或 index 里登记了无效页面。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651760" y="2432304"/>
            <a:ext cx="157276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2432304"/>
            <a:ext cx="1572768" cy="12801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双链健康度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798064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识别死链、孤儿页与结构性断裂。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77824" y="3364992"/>
            <a:ext cx="157276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" y="3364992"/>
            <a:ext cx="1572768" cy="128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5844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冲突积压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024128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扫描仍带有“知识冲突”区块、尚未收敛的问题。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651760" y="3364992"/>
            <a:ext cx="1572768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51760" y="3364992"/>
            <a:ext cx="1572768" cy="12801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98064" y="35844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治理纪律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798064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先扫描、先汇报，再在确认后修复。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773168" y="1865376"/>
            <a:ext cx="36576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1865376"/>
            <a:ext cx="3657600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06654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实现亮点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4937760" y="241401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`.claude/skills/lint/SKILL.md` 已经把知识库治理类比为静态分析：先扫描，再汇报，再经确认后修复。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4773168" y="3236976"/>
            <a:ext cx="36576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236976"/>
            <a:ext cx="365760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43814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治理意义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4937760" y="3785616"/>
            <a:ext cx="3328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 lint，wiki 很容易在增长中失去可信度；如果有了 lint，知识库就具备了像代码库一样的健康检查机制。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8308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IMPLEMENTATION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不是附加功能，而是让知识库具备工程级可审计性、可协作性和可回滚能力的基础设施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2926080" cy="2596896"/>
          </a:xfrm>
          <a:prstGeom prst="rect">
            <a:avLst/>
          </a:prstGeom>
          <a:solidFill>
            <a:srgbClr val="F4E6E6"/>
          </a:solidFill>
          <a:ln w="12700">
            <a:solidFill>
              <a:srgbClr val="E9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4825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wiki is just a git repo of markdown files.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这意味着版本历史、分支、review、rollback 和协作，不需要另造一套知识系统基础设施。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877056" y="1810512"/>
            <a:ext cx="21396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77056" y="1810512"/>
            <a:ext cx="2139696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20116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版本可追溯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041648" y="23591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任何页面如何演进、哪次 ingest 或 lint 改了什么，都可以在 diff 中被精确追踪。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6291072" y="1810512"/>
            <a:ext cx="21396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1072" y="1810512"/>
            <a:ext cx="2139696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0116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协作可治理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455664" y="235915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专家、研究员与 LLM 都可以围绕同一仓库工作，知识修改可以像代码一样被 review。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877056" y="3236976"/>
            <a:ext cx="21396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77056" y="3236976"/>
            <a:ext cx="2139696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34381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风险可回滚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041648" y="378561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一旦发现误摘要、误合并或错误归纳，知识库可以像代码库一样回退到稳定状态。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6291072" y="3236976"/>
            <a:ext cx="21396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1072" y="3236976"/>
            <a:ext cx="2139696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5664" y="34381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`log.md` 与 Git 分工清晰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455664" y="378561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`log.md` 记录语义层动作；Git 记录文件层差异，两者共同完成知识审计链。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78992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不是随手挑的例子，而是对 LLM Wiki 的一场高压测试：复杂、持续演进，而且团队本身熟悉其语境</a:t>
            </a:r>
            <a:endParaRPr lang="en-US" sz="194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4005072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10512"/>
            <a:ext cx="4005072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 3GPP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67588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896112" y="2340864"/>
            <a:ext cx="256032" cy="21945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0487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298448" y="233172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文稿天然具有多厂商、多版本、多观点、多轮收敛的复杂性。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" y="2779776"/>
            <a:ext cx="256032" cy="21945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43784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298448" y="2770632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它不是单篇阅读问题，而是典型的长期研究与持续跟踪问题。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3218688"/>
            <a:ext cx="256032" cy="21945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282696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298448" y="3209544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团队内部有较多标准专家，对 3GPP 的术语、流程和争议点本身就比较熟悉。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3657600"/>
            <a:ext cx="256032" cy="21945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721608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298448" y="364845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正因为大家熟悉 3GPP，所以更容易判断知识库是否真的整理清楚、是否经得起推敲。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74336" y="188366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当前项目规模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4882896" y="2139696"/>
            <a:ext cx="104241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10912" y="2249424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92624" y="2633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归档原文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053328" y="2139696"/>
            <a:ext cx="104241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81344" y="2249424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63056" y="2633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来源页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223760" y="2139696"/>
            <a:ext cx="104241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51776" y="2249424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33488" y="2633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实体页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882896" y="3236976"/>
            <a:ext cx="104241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10912" y="3346704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992624" y="3730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概念页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053328" y="3236976"/>
            <a:ext cx="104241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81344" y="3346704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163056" y="3730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Synthesis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223760" y="3236976"/>
            <a:ext cx="104241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51776" y="3346704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333488" y="3730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条目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78992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的 ingest 证明：一份标准文稿进入系统后，不是留下一个摘要，而是触发多个知识节点的联动更新</a:t>
            </a:r>
            <a:endParaRPr lang="en-US" sz="194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901952"/>
            <a:ext cx="2011680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输入文稿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16824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S2-2603513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Penholder Summary</a:t>
            </a:r>
            <a:endParaRPr lang="en-US" sz="1010" dirty="0"/>
          </a:p>
          <a:p>
            <a:pPr indent="0" marL="0">
              <a:buNone/>
            </a:pP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牵头人总结报告，不仅汇总多方方案，还沉淀技术组别与未收敛议题。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3017520" y="1901952"/>
            <a:ext cx="24505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1901952"/>
            <a:ext cx="2450592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21031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来源摘要页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182112" y="245059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`摘要-s2-2603513-penholder-summary`，保留文稿本身的结构与主旨。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5742432" y="1901952"/>
            <a:ext cx="24505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42432" y="1901952"/>
            <a:ext cx="2450592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7024" y="21031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总览概念页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907024" y="245059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 `6G-Computing-Architecture`，把分散方案收敛到统一视图之下。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3017520" y="3090672"/>
            <a:ext cx="24505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17520" y="3090672"/>
            <a:ext cx="2450592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32918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实体页联动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3182112" y="363931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`OPPO`、`Intel`、`MediaTek` 等参与方页面，形成跨文稿入口。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742432" y="3090672"/>
            <a:ext cx="24505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42432" y="3090672"/>
            <a:ext cx="2450592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32918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争议显式登记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907024" y="363931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`Computing-Site` 中保留“CN vs SHE/DN”分歧，而不是静默覆盖。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2670048" y="2505456"/>
            <a:ext cx="329184" cy="0"/>
          </a:xfrm>
          <a:prstGeom prst="line">
            <a:avLst/>
          </a:prstGeom>
          <a:noFill/>
          <a:ln w="20320">
            <a:solidFill>
              <a:srgbClr val="C0000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70048" y="2505456"/>
            <a:ext cx="329184" cy="1188720"/>
          </a:xfrm>
          <a:prstGeom prst="line">
            <a:avLst/>
          </a:prstGeom>
          <a:noFill/>
          <a:ln w="20320">
            <a:solidFill>
              <a:srgbClr val="C0000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8368" y="4389120"/>
            <a:ext cx="7808976" cy="21945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4443984"/>
            <a:ext cx="7333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结论：在 LLM Wiki 里，单篇文稿的价值不以“生成一页摘要”结束，而以“为整个知识网络注入新结构”为开始。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78992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的 query 证明：问答结果没有消失在对话历史里，而是继续被沉淀为可复用的 synthesis 页面</a:t>
            </a:r>
            <a:endParaRPr lang="en-US" sz="194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3675888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10512"/>
            <a:ext cx="3675888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在本项目中的实际路径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34670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896112" y="2258568"/>
            <a:ext cx="9144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 `wiki/index.md`，再进入相关 Sources / Entities / Concepts。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896112" y="2697480"/>
            <a:ext cx="91440" cy="9144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651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围绕具体问题组织已有知识，而不是回到 raw 中逐篇翻文稿。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96112" y="3136392"/>
            <a:ext cx="9144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090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当回答本身具有长期复用价值时，直接沉淀进 `wiki/syntheses/`。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896112" y="3575304"/>
            <a:ext cx="91440" cy="9144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529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 query 不再只是“消费知识”，而是在继续“生产知识”。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626864" y="1810512"/>
            <a:ext cx="3803904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810512"/>
            <a:ext cx="3803904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已沉淀的 3GPP synthesis 页面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791456" y="2359152"/>
            <a:ext cx="3474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4882896" y="2176272"/>
            <a:ext cx="3218688" cy="256032"/>
          </a:xfrm>
          <a:prstGeom prst="rect">
            <a:avLst/>
          </a:prstGeom>
          <a:solidFill>
            <a:srgbClr val="F7F4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65776" y="2249424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CAH-Deep-Dive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882896" y="2560320"/>
            <a:ext cx="3218688" cy="256032"/>
          </a:xfrm>
          <a:prstGeom prst="rect">
            <a:avLst/>
          </a:prstGeom>
          <a:solidFill>
            <a:srgbClr val="F4E6E6"/>
          </a:solidFill>
          <a:ln w="12700">
            <a:solidFill>
              <a:srgbClr val="E3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2633472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CCF-CMF-Comparison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4882896" y="2944368"/>
            <a:ext cx="3218688" cy="256032"/>
          </a:xfrm>
          <a:prstGeom prst="rect">
            <a:avLst/>
          </a:prstGeom>
          <a:solidFill>
            <a:srgbClr val="F7F4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3017520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CCF-CSPF-Comparison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4882896" y="3328416"/>
            <a:ext cx="3218688" cy="256032"/>
          </a:xfrm>
          <a:prstGeom prst="rect">
            <a:avLst/>
          </a:prstGeom>
          <a:solidFill>
            <a:srgbClr val="F4E6E6"/>
          </a:solidFill>
          <a:ln w="12700">
            <a:solidFill>
              <a:srgbClr val="E3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5776" y="3401568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Computing-Layer-Link-Overview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4882896" y="3712464"/>
            <a:ext cx="3218688" cy="256032"/>
          </a:xfrm>
          <a:prstGeom prst="rect">
            <a:avLst/>
          </a:prstGeom>
          <a:solidFill>
            <a:srgbClr val="F7F4F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3785616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SHE-Overview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4882896" y="40965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典型结果包括 `Computing-Layer-Link-Overview` 和 `CAH-Deep-Dive` 这类跨页面综合分析；它们已经不再是临时回答，而是新的知识入口。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078992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的 lint 证明：知识库治理不是概念，而是已经在真实项目里执行过、产生过可量化修复结果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49808" y="1865376"/>
            <a:ext cx="10972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7510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" y="23591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修复索引问题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029968" y="1865376"/>
            <a:ext cx="10972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57984" y="197510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39696" y="23591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补回注册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10128" y="1865376"/>
            <a:ext cx="10972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38144" y="197510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9856" y="23591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移除无效项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49808" y="3127248"/>
            <a:ext cx="367588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127248"/>
            <a:ext cx="3675888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28416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2026-04-21 的实际修复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14400" y="3675888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补回了 `SHE-C`、`Communication-Computing-Coordination`、`Computing-Resource-Profile`、`Logical-Computing-Site` 等缺失注册。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4645152" y="1810512"/>
            <a:ext cx="378561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810512"/>
            <a:ext cx="3785616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20116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同时清理陈旧索引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4809744" y="235915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移除了 `6G-PCF`、`Nokia`、`NTT-DOCOMO` 等已不存在页面的无效注册，避免索引持续失真。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4645152" y="3127248"/>
            <a:ext cx="378561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5152" y="3127248"/>
            <a:ext cx="3785616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332841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治理层面的意义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809744" y="367588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这说明知识库不是只会“越堆越多”；在 lint 机制下，它还具备周期性校准、清理和恢复结构健康度的能力。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32588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11480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 CLOSING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7909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4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结论：LLM Wiki 更适合承载高复杂度、强综合、持续演进的标准研究，因为它管理的是知识本身，而不只是单次回答</a:t>
            </a:r>
            <a:endParaRPr lang="en-US" sz="194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473659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10512"/>
            <a:ext cx="4736592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理论上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Karpathy 解决的不是“如何让回答更像答案”，而是“如何让知识不再只在回答里短暂出现”。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658368" y="2798064"/>
            <a:ext cx="473659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798064"/>
            <a:ext cx="4736592" cy="109728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9923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工程上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22960" y="3346704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当前项目已经把方法论落实为 schema、skills、markdown 页面、index/log 和 Git 共同构成的知识工程系统。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658368" y="3785616"/>
            <a:ext cx="473659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785616"/>
            <a:ext cx="4736592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8678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实践上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2960" y="4334256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案例已经证明 ingest、query、lint 三种动作都能在真实标准研究中稳定运行，并产生复利。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596128" y="195681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管理层判断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596128" y="2368296"/>
            <a:ext cx="9144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3225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仍适合大规模事实检索；但当目标转向长期综合研究，LLM Wiki 更匹配。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596128" y="2990088"/>
            <a:ext cx="91440" cy="9144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9443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它把专家时间从重复整理中释放出来，重新投入判断、分歧和方向选择。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596128" y="3611880"/>
            <a:ext cx="91440" cy="91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5661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51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它更像知识基础设施，而不是一个回答问题的小工具。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502920" y="475488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Core | LLM-Wiki x 3GPP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46908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AI 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LLM-Wiki：把分散资料编译成可持续演进的知识资产</dc:title>
  <dc:subject>LLM-Wiki x 3GPP 内部汇报</dc:subject>
  <dc:creator>OpenAI Codex</dc:creator>
  <cp:lastModifiedBy>OpenAI Codex</cp:lastModifiedBy>
  <cp:revision>1</cp:revision>
  <dcterms:created xsi:type="dcterms:W3CDTF">2026-04-23T13:00:34Z</dcterms:created>
  <dcterms:modified xsi:type="dcterms:W3CDTF">2026-04-23T13:00:34Z</dcterms:modified>
</cp:coreProperties>
</file>